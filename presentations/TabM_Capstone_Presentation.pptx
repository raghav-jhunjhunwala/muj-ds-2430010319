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74520"/>
            <a:ext cx="10972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TabM-mini with Geographic Feature Engineering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price classification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Jhunjhunwala  |  Reg. No. 2430010319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  |  Deep Learning Capstone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whether a district's median house value is above (1) or below (0) the dataset median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Housing: 20,640 districts, 8 numeric features (income, house age, rooms, location ...)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threshold gives two nearly balanced classes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60% train / 20% validation / 20% test, stratified, seed 42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Innovation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Quantile-to-normal scaling, fitted on the training set only (no leakage)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geographic features added to the 8 raw ones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lat/lon (15, 30, 45 degrees) to capture diagonal coastlines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LA, SF, San Diego, San Jose, Sacramento and nearest city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Rooms-per-bedroom ratio: 21 features in total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TabM-mini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embeddings turn each number into sin/cos features, then a per-feature linear layer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8 MLPs share weights through BatchEnsemble-style random +/-1 scalings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of the 8 members are averaged at inference: ensemble quality at near single-model cost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AdamW, cosine schedule, early stopping on validation loss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in PyTorch (src/model.py)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Validation and Test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search, 10 trials, chosen by validation loss (test set never used)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accuracy: [fill from results/cv_geo.csv]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/ F1 / AUC: [fill from results/results_geo.csv]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training curves: figures/confusion_matrix_geo.png, figures/training_curves_geo.png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check: train vs validation vs test accuracy [fill]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Ablation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split, same metrics: Logistic Regression, Random Forest, GBDT, XGBoost, MLP, original TabM-mini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table: [paste from results/comparison.csv]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MLP, + periodic embeddings, + BatchEnsemble, + geo features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helped most: [fill from results/ablation.csv]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TabM / FT-Transformer papers use regression on this data, so I re-ran methods on my own split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TabM-mini from scratch and applied it to California Housing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feature engineering tested with a controlled, multi-seed ablation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single dataset, binary threshold task, tree models are strong baselines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 and README: github.com/Raghav-Jhunjhunwala/MUJ-DS-2430010319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TabM-mini with Geo Features on California Housing</dc:title>
  <dc:subject>PptxGenJS Presentation</dc:subject>
  <dc:creator>Raghav Jhunjhunwala</dc:creator>
  <cp:lastModifiedBy>Raghav Jhunjhunwala</cp:lastModifiedBy>
  <cp:revision>1</cp:revision>
  <dcterms:created xsi:type="dcterms:W3CDTF">2026-10-13T11:08:21Z</dcterms:created>
  <dcterms:modified xsi:type="dcterms:W3CDTF">2026-10-13T11:08:21Z</dcterms:modified>
</cp:coreProperties>
</file>